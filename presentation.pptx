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042880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042880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042880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042880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042880f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042880f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042880f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042880f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c042880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c042880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af6440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5af6440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5af6440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5af6440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af6440c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5af6440c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af6440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5af6440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af6440c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5af6440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af6440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5af6440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5af6440c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5af6440c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5af6440c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5af6440c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af6440c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5af6440c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5af6440c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5af6440c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nzi-Elvi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8483" y="135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Deep Dive Into Logic &amp; Templates</a:t>
            </a:r>
            <a:endParaRPr sz="7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47125" y="2187725"/>
            <a:ext cx="8622000" cy="24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Goal: Making the application dynamic and functional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Focus: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Django Template Language (DTL)</a:t>
            </a:r>
            <a:br>
              <a:rPr lang="en"/>
            </a:b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Template inheritance</a:t>
            </a:r>
            <a:br>
              <a:rPr lang="en"/>
            </a:b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Handling user input securely with Django Forms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Author: MANZI RURANGIRWA Elvis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Github: </a:t>
            </a:r>
            <a:r>
              <a:rPr lang="en" u="sng">
                <a:solidFill>
                  <a:schemeClr val="hlink"/>
                </a:solidFill>
                <a:hlinkClick r:id="rId3"/>
              </a:rPr>
              <a:t>Manzi-Elvis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05475" y="29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Django Dynamic?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19225" y="991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323"/>
              <a:buFont typeface="Arial"/>
              <a:buNone/>
            </a:pPr>
            <a:r>
              <a:rPr lang="en" sz="2947"/>
              <a:t>A Django app becomes dynamic when:</a:t>
            </a:r>
            <a:endParaRPr sz="2947"/>
          </a:p>
          <a:p>
            <a:pPr indent="-31778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6248"/>
              <a:buAutoNum type="arabicPeriod"/>
            </a:pPr>
            <a:r>
              <a:rPr lang="en" sz="2947"/>
              <a:t>Views process logic</a:t>
            </a:r>
            <a:br>
              <a:rPr lang="en" sz="2947"/>
            </a:br>
            <a:r>
              <a:rPr lang="en" sz="2947"/>
              <a:t>Templates render dynamic data</a:t>
            </a:r>
            <a:br>
              <a:rPr lang="en" sz="2947"/>
            </a:br>
            <a:r>
              <a:rPr lang="en" sz="2947"/>
              <a:t>Forms collect and validate user input</a:t>
            </a:r>
            <a:endParaRPr sz="2947"/>
          </a:p>
          <a:p>
            <a:pPr indent="-31778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248"/>
              <a:buAutoNum type="arabicPeriod"/>
            </a:pPr>
            <a:r>
              <a:rPr lang="en" sz="2947"/>
              <a:t>Models store data in the database</a:t>
            </a:r>
            <a:br>
              <a:rPr lang="en" sz="2947"/>
            </a:br>
            <a:endParaRPr sz="294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323"/>
              <a:buFont typeface="Arial"/>
              <a:buNone/>
            </a:pPr>
            <a:r>
              <a:rPr lang="en" sz="2947"/>
              <a:t>Flow:</a:t>
            </a:r>
            <a:endParaRPr sz="294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323"/>
              <a:buFont typeface="Arial"/>
              <a:buNone/>
            </a:pPr>
            <a:r>
              <a:rPr lang="en" sz="2947"/>
              <a:t>User → URL → View → Template → Response</a:t>
            </a:r>
            <a:br>
              <a:rPr lang="en" sz="2947"/>
            </a:br>
            <a:r>
              <a:rPr lang="en" sz="2947"/>
              <a:t> User → Form → Validation → Database</a:t>
            </a:r>
            <a:endParaRPr sz="294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DJANGO TEMPLATE LANGUAGE (DTL)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Template Language allows us to add logic inside HTML safely, without mixing Python directly into the frontend.</a:t>
            </a:r>
            <a:endParaRPr/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Django separates logic from business logic. The view prepares data. The template just displays it.”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KEY POINT: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Django prevents Python code execution inside templates → </a:t>
            </a:r>
            <a:r>
              <a:rPr b="1" lang="en">
                <a:solidFill>
                  <a:schemeClr val="dk1"/>
                </a:solidFill>
              </a:rPr>
              <a:t>security + clean architecture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Django doesn’t trust user input. It validates and sanitizes everything before we use 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2️. TEMPLATE INHERITANCE (Professional Level Concept)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57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inheritance allows us to follow DRY— Don’t Repeat Yourself.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entire website shares the same layout, but pages override only what changes. This is scalable architecture.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Note: 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Real-world apps use this everywhere.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improves maintainability.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3️. DJANGO FORMS (SECURE USER INPUT)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80275" y="1179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Security + Functionality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Handling user input manually is dangerous. Django Forms protect us against malicious input, CSRF attacks, and validation errors.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Forms Are Secure</a:t>
            </a:r>
            <a:endParaRPr b="1">
              <a:solidFill>
                <a:schemeClr val="dk1"/>
              </a:solidFill>
            </a:endParaRPr>
          </a:p>
          <a:p>
            <a:pPr indent="-349250" lvl="0" marL="9144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CSRF protection (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{% csrf_token %}</a:t>
            </a:r>
            <a:r>
              <a:rPr lang="en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Automatic validation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Cleaned data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Prevents injection attacks</a:t>
            </a:r>
            <a:endParaRPr sz="181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WE’LL BUILD LIVE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small dynamic app:</a:t>
            </a:r>
            <a:endParaRPr/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simple “Message Board” where users: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View messages (DTL logic)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template inheritance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Submit a message via Django Form (secure handling)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covers EVERYTHING.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925200"/>
            <a:ext cx="8520600" cy="3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project/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├── project/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settings.py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urls.py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├── core/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models.py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views.py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forms.py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urls.py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├── templates/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    ├── base.html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       └── home.html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│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/>
              <a:t>└── db.sqlite3</a:t>
            </a:r>
            <a:endParaRPr sz="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(Database Layer)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from django.db import models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class Message(models.Model):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    name = models.CharField(max_length=100)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    content = models.TextField()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    created_at = models.DateTimeField(auto_now_add=True)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    def __str__(self):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/>
              <a:t>        return f"{self.name}: {self.content[:20]}"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Form (Secure User Input)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from django import forms</a:t>
            </a:r>
            <a:br>
              <a:rPr lang="en" sz="1485"/>
            </a:br>
            <a:r>
              <a:rPr lang="en" sz="1485"/>
              <a:t>from .models import Message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class MessageForm(forms.ModelForm):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    class Meta:</a:t>
            </a:r>
            <a:br>
              <a:rPr lang="en" sz="1485"/>
            </a:br>
            <a:r>
              <a:rPr lang="en" sz="1485"/>
              <a:t>         </a:t>
            </a:r>
            <a:r>
              <a:rPr lang="en" sz="1485"/>
              <a:t>model = Message</a:t>
            </a:r>
            <a:br>
              <a:rPr lang="en" sz="1485"/>
            </a:br>
            <a:r>
              <a:rPr lang="en" sz="1485"/>
              <a:t>         fields = ['name', 'content']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    def clean_name(self):</a:t>
            </a:r>
            <a:br>
              <a:rPr lang="en" sz="1485"/>
            </a:br>
            <a:r>
              <a:rPr lang="en" sz="1485"/>
              <a:t>         name = self.cleaned_data.get('name')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         if len(name) &lt; 3: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            raise forms.ValidationError("Name must be at least 3 characters long.")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85"/>
              <a:t>        return name</a:t>
            </a:r>
            <a:endParaRPr sz="14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48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Logic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959550"/>
            <a:ext cx="8520600" cy="3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from django.shortcuts import render, redirect</a:t>
            </a:r>
            <a:br>
              <a:rPr lang="en" sz="1050"/>
            </a:br>
            <a:r>
              <a:rPr lang="en" sz="1050"/>
              <a:t>from .forms import MessageForm</a:t>
            </a:r>
            <a:br>
              <a:rPr lang="en" sz="1050"/>
            </a:br>
            <a:r>
              <a:rPr lang="en" sz="1050"/>
              <a:t>from .models import Message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def</a:t>
            </a:r>
            <a:r>
              <a:rPr lang="en" sz="1050"/>
              <a:t> home(request):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</a:t>
            </a:r>
            <a:r>
              <a:rPr lang="en" sz="1050"/>
              <a:t>messages = Message.objects.all()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if request.method == "POST"</a:t>
            </a:r>
            <a:r>
              <a:rPr lang="en" sz="1050"/>
              <a:t>:</a:t>
            </a:r>
            <a:br>
              <a:rPr lang="en" sz="1050"/>
            </a:br>
            <a:r>
              <a:rPr lang="en" sz="1050"/>
              <a:t>         </a:t>
            </a:r>
            <a:r>
              <a:rPr lang="en" sz="1050"/>
              <a:t>form = MessageForm(request.POST)</a:t>
            </a:r>
            <a:br>
              <a:rPr lang="en" sz="1050"/>
            </a:br>
            <a:r>
              <a:rPr lang="en" sz="1050"/>
              <a:t>        if form.is_valid():</a:t>
            </a:r>
            <a:br>
              <a:rPr lang="en" sz="1050"/>
            </a:br>
            <a:r>
              <a:rPr lang="en" sz="1050"/>
              <a:t>           form.save(</a:t>
            </a:r>
            <a:r>
              <a:rPr lang="en" sz="1050"/>
              <a:t>)</a:t>
            </a:r>
            <a:br>
              <a:rPr lang="en" sz="1050"/>
            </a:br>
            <a:r>
              <a:rPr lang="en" sz="1050"/>
              <a:t>           </a:t>
            </a:r>
            <a:r>
              <a:rPr lang="en" sz="1050"/>
              <a:t>return redirect("home")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   else:</a:t>
            </a:r>
            <a:br>
              <a:rPr lang="en" sz="1050"/>
            </a:br>
            <a:r>
              <a:rPr lang="en" sz="1050"/>
              <a:t>          form = MessageForm()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context = {</a:t>
            </a:r>
            <a:endParaRPr sz="9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    "name": "Elvis",</a:t>
            </a:r>
            <a:br>
              <a:rPr lang="en" sz="1050"/>
            </a:br>
            <a:r>
              <a:rPr lang="en" sz="1050"/>
              <a:t>       "age": 20,</a:t>
            </a:r>
            <a:br>
              <a:rPr lang="en" sz="1050"/>
            </a:br>
            <a:r>
              <a:rPr lang="en" sz="1050"/>
              <a:t>       "messages": messages,</a:t>
            </a:r>
            <a:br>
              <a:rPr lang="en" sz="1050"/>
            </a:br>
            <a:r>
              <a:rPr lang="en" sz="1050"/>
              <a:t>       "form": for</a:t>
            </a:r>
            <a:r>
              <a:rPr lang="en" sz="1050"/>
              <a:t>m</a:t>
            </a:r>
            <a:br>
              <a:rPr lang="en" sz="1050"/>
            </a:br>
            <a:r>
              <a:rPr lang="en" sz="1050"/>
              <a:t>}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50"/>
              <a:t>    return render(request, "home.html", context)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URLs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project/urls.py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django.contrib import admin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django.urls import path, include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urlpatterns = 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path('admin/', admin.site.urls),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path('', include('core.urls')),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core/urls.py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django.urls import path</a:t>
            </a:r>
            <a:br>
              <a:rPr lang="en"/>
            </a:br>
            <a:r>
              <a:rPr lang="en"/>
              <a:t>from . import 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urlpatterns = 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path('', views.home, name='home'),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Template (Template Inheritance)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4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&lt;!DOCTYPE html&gt;</a:t>
            </a:r>
            <a:br>
              <a:rPr lang="en" sz="1250"/>
            </a:br>
            <a:r>
              <a:rPr lang="en" sz="1250"/>
              <a:t>&lt;html&gt;</a:t>
            </a:r>
            <a:br>
              <a:rPr lang="en" sz="1250"/>
            </a:br>
            <a:r>
              <a:rPr lang="en" sz="1250"/>
              <a:t>  &lt;head&gt;</a:t>
            </a:r>
            <a:br>
              <a:rPr lang="en" sz="1250"/>
            </a:br>
            <a:r>
              <a:rPr lang="en" sz="1250"/>
              <a:t>     title&gt;Django Logic &amp; Templates Demo&lt;/title&gt;</a:t>
            </a:r>
            <a:br>
              <a:rPr lang="en" sz="1250"/>
            </a:br>
            <a:r>
              <a:rPr lang="en" sz="1250"/>
              <a:t>  &lt;/head&gt;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&lt;body&gt;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    &lt;h1&gt;Django Logic &amp; Templates Demo&lt;/h1&gt;</a:t>
            </a:r>
            <a:br>
              <a:rPr lang="en" sz="1250"/>
            </a:br>
            <a:r>
              <a:rPr lang="en" sz="1250"/>
              <a:t>   {% block content %}</a:t>
            </a:r>
            <a:br>
              <a:rPr lang="en" sz="1250"/>
            </a:br>
            <a:r>
              <a:rPr lang="en" sz="1250"/>
              <a:t>   {% endblock %}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    &lt;footer&gt;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        © 2026 Django Deep Dive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    &lt;/footer&gt;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&lt;/body&gt;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50"/>
              <a:t>&lt;/html&gt;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/>
              <a:t>templates/base.html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Logic (DTL)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179075" y="905900"/>
            <a:ext cx="342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{% extends "base.html"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{% block content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&lt;h2&gt;Welcome {{ name }}&lt;/h2&gt;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{% if age &gt;= 18 %}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    &lt;p&gt;You are an adult.&lt;/p&gt;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{% else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    &lt;p&gt;You are a minor.&lt;/p&gt;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{% endif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&lt;h3&gt;Messages:&lt;/h3&gt;</a:t>
            </a:r>
            <a:br>
              <a:rPr lang="en" sz="1350"/>
            </a:br>
            <a:r>
              <a:rPr lang="en" sz="1350"/>
              <a:t>&lt;ul&gt;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    {% for message in messages %}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/>
              <a:t>        &lt;li&gt;{{ message.content|upper}}&lt;/li&gt;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350"/>
              <a:t>   </a:t>
            </a:r>
            <a:endParaRPr sz="1950"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4310250" y="905900"/>
            <a:ext cx="3916500" cy="32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{% empty %}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       &lt;li&gt;No messages yet.&lt;/li&gt;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   {% endfor %}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&lt;/ul&gt;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&lt;h3&gt;Add a Message&lt;/h3&gt;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&lt;form method="POST"&gt;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   {% csrf_token %}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   {{ form.as_p }}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    &lt;button type="submit"&gt;Send&lt;/button&gt;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50"/>
              <a:t>&lt;/form&gt;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450"/>
              <a:t>{% endblock %}</a:t>
            </a:r>
            <a:br>
              <a:rPr lang="en" sz="1450"/>
            </a:br>
            <a:r>
              <a:rPr b="1" lang="en" sz="1700">
                <a:solidFill>
                  <a:schemeClr val="dk1"/>
                </a:solidFill>
              </a:rPr>
              <a:t>templates/home.html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Features in Templates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{{ variable }}</a:t>
            </a:r>
            <a:r>
              <a:rPr lang="en" sz="1500">
                <a:solidFill>
                  <a:schemeClr val="dk1"/>
                </a:solidFill>
              </a:rPr>
              <a:t> auto-escapes HTML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 csrf_token %}</a:t>
            </a:r>
            <a:r>
              <a:rPr lang="en" sz="1500">
                <a:solidFill>
                  <a:schemeClr val="dk1"/>
                </a:solidFill>
              </a:rPr>
              <a:t> prevents CSRF attacks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Forms validate data before saving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No raw SQL used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</a:t>
            </a:r>
            <a:r>
              <a:rPr lang="en" sz="1500">
                <a:solidFill>
                  <a:schemeClr val="dk1"/>
                </a:solidFill>
              </a:rPr>
              <a:t>jango protects by default.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Django Templates:</a:t>
            </a:r>
            <a:endParaRPr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Render dynamic content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Use logic with DTL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Support inheritance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Django Forms:</a:t>
            </a:r>
            <a:endParaRPr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Validate input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Secure data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Save to database safely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Result:</a:t>
            </a:r>
            <a:br>
              <a:rPr lang="en"/>
            </a:br>
            <a:r>
              <a:rPr lang="en"/>
              <a:t> We transformed a static page into a dynamic, functional web application.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